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?><Relationships xmlns="http://schemas.openxmlformats.org/package/2006/relationships"><Relationship Type="http://schemas.openxmlformats.org/officeDocument/2006/relationships/extended-properties" Target="docProps/app.xml" Id="DeterministicId1" /><Relationship Type="http://schemas.openxmlformats.org/officeDocument/2006/relationships/officeDocument" Target="ppt/presentation.xml" Id="DeterministicId2" /><Relationship Type="http://schemas.openxmlformats.org/package/2006/relationships/metadata/core-properties" Target="docProps/core.xml" Id="DeterministicId3" /><Relationship Type="http://schemas.openxmlformats.org/package/2006/relationships/metadata/thumbnail" Target="docProps/thumbnail.jpeg" Id="DeterministicId4" /></Relationships>
</file>

<file path=ppt/presentation.xml><?xml version="1.0" encoding="utf-8"?>
<p:presentation xmlns:p="http://schemas.openxmlformats.org/presentationml/2006/main" saveSubsetFonts="1">
  <p:sldMasterIdLst>
    <p:sldMasterId xmlns:r="http://schemas.openxmlformats.org/officeDocument/2006/relationships" id="2147483648" r:id="DeterministicId5"/>
  </p:sldMasterIdLst>
  <p:notesMasterIdLst>
    <p:notesMasterId xmlns:r="http://schemas.openxmlformats.org/officeDocument/2006/relationships" r:id="DeterministicId1"/>
  </p:notesMasterIdLst>
  <p:sldIdLst>
    <p:sldId xmlns:r="http://schemas.openxmlformats.org/officeDocument/2006/relationships" id="256" r:id="DeterministicId3"/>
    <p:sldId xmlns:r="http://schemas.openxmlformats.org/officeDocument/2006/relationships" id="257" r:id="DeterministicId4"/>
  </p:sldIdLst>
  <p:sldSz cx="12192000" cy="6858000" type="screen16x9"/>
  <p:notesSz cx="6858000" cy="9144000"/>
  <p:defaultTextStyle/>
</p:presentation>
</file>

<file path=ppt/presProps.xml><?xml version="1.0" encoding="utf-8"?>
<p:presentationPr xmlns:p="http://schemas.openxmlformats.org/presentationml/2006/main">
  <p:showPr showNarration="0" showAnimation="1" useTimings="1"/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xmlns:a="http://schemas.openxmlformats.org/drawingml/2006/main" n="142" d="100"/>
          <a:sy xmlns:a="http://schemas.openxmlformats.org/drawingml/2006/main" n="142" d="100"/>
        </p:scale>
        <p:origin x="0" y="0"/>
      </p:cViewPr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notesMaster" Target="notesMasters/notesMaster1.xml" Id="DeterministicId1" /><Relationship Type="http://schemas.openxmlformats.org/officeDocument/2006/relationships/presProps" Target="presProps.xml" Id="DeterministicId2" /><Relationship Type="http://schemas.openxmlformats.org/officeDocument/2006/relationships/slide" Target="slides/slide2.xml" Id="DeterministicId3" /><Relationship Type="http://schemas.openxmlformats.org/officeDocument/2006/relationships/slide" Target="slides/slide3.xml" Id="DeterministicId4" /><Relationship Type="http://schemas.openxmlformats.org/officeDocument/2006/relationships/slideMaster" Target="slideMasters/slideMaster1.xml" Id="DeterministicId5" /><Relationship Type="http://schemas.openxmlformats.org/officeDocument/2006/relationships/tableStyles" Target="tableStyles.xml" Id="DeterministicId6" /><Relationship Type="http://schemas.openxmlformats.org/officeDocument/2006/relationships/theme" Target="theme/theme1.xml" Id="DeterministicId7" /><Relationship Type="http://schemas.openxmlformats.org/officeDocument/2006/relationships/viewProps" Target="viewProps.xml" Id="DeterministicI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theme/theme2.xml" Id="DeterministicId1" /></Relationships>
</file>

<file path=ppt/notesMasters/notesMaster1.xml><?xml version="1.0" encoding="utf-8"?>
<p:notesMaster xmlns:p="http://schemas.openxmlformats.org/presentationml/2006/main">
  <p:cSld>
    <p:bg>
      <p:bgPr>
        <a:noFill xmlns:a="http://schemas.openxmlformats.org/drawingml/2006/main"/>
      </p:bgPr>
    </p:bg>
    <p:spTree>
      <p:nvGrpSpPr>
        <p:cNvPr id="1" name="Notes Group Shape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lide Image Placeholder"/>
          <p:cNvSpPr/>
          <p:nvPr>
            <p:ph type="sldImg" idx="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"/>
          <p:cNvSpPr/>
          <p:nvPr>
            <p:ph type="dt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Slide Number Placeholder"/>
          <p:cNvSpPr/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6" name="Footer Placeholder"/>
          <p:cNvSpPr/>
          <p:nvPr>
            <p:ph type="ftr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>
      <a:defRPr lang="en-US"/>
    </a:lvl1pPr>
    <a:lvl2pPr xmlns:a="http://schemas.openxmlformats.org/drawingml/2006/main">
      <a:defRPr lang="en-US"/>
    </a:lvl2pPr>
    <a:lvl3pPr xmlns:a="http://schemas.openxmlformats.org/drawingml/2006/main">
      <a:defRPr lang="en-US"/>
    </a:lvl3pPr>
    <a:lvl4pPr xmlns:a="http://schemas.openxmlformats.org/drawingml/2006/main">
      <a:defRPr lang="en-US"/>
    </a:lvl4pPr>
    <a:lvl5pPr xmlns:a="http://schemas.openxmlformats.org/drawingml/2006/main">
      <a:defRPr lang="en-US"/>
    </a:lvl5pPr>
    <a:lvl6pPr xmlns:a="http://schemas.openxmlformats.org/drawingml/2006/main">
      <a:defRPr lang="en-US"/>
    </a:lvl6pPr>
    <a:lvl7pPr xmlns:a="http://schemas.openxmlformats.org/drawingml/2006/main">
      <a:defRPr lang="en-US"/>
    </a:lvl7pPr>
    <a:lvl8pPr xmlns:a="http://schemas.openxmlformats.org/drawingml/2006/main">
      <a:defRPr lang="en-US"/>
    </a:lvl8pPr>
    <a:lvl9pPr xmlns:a="http://schemas.openxmlformats.org/drawingml/2006/main">
      <a:defRPr lang="en-US"/>
    </a:lvl9pPr>
  </p:notesStyle>
</p:notesMaster>
</file>

<file path=ppt/notesMasters/theme/theme2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DeterministicId1" /><Relationship Type="http://schemas.openxmlformats.org/officeDocument/2006/relationships/slide" Target="/ppt/slides/slide2.xml" Id="DeterministicId2" /></Relationships>
</file>

<file path=ppt/notesSlides/notesSlide1.xml><?xml version="1.0" encoding="utf-8"?>
<p:notes xmlns:p="http://schemas.openxmlformats.org/presentationml/2006/main">
  <p:cSld>
    <p:spTree>
      <p:nvGrpSpPr>
        <p:cNvPr id="1" name="Notes Group Shape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notes</a:t>
            </a:r>
            <a:endParaRPr lang="en-US"/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 Placeholder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 Header Title 1"/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ection Header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wo Content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twoObj">
  <p:cSld name="Comparis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mparison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365125"/>
            <a:ext cx="804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Left 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Right Tex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6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7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Layouts/slideLayout8.xml><?xml version="1.0" encoding="utf-8"?>
<p:sldLayout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icture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Picture Placeholder 3"/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838200" y="760000"/>
            <a:ext cx="7772400" cy="10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aption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912625"/>
            <a:ext cx="77724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9.xml><?xml version="1.0" encoding="utf-8"?>
<p:sldLayout xmlns:p="http://schemas.openxmlformats.org/presentationml/2006/main" type="vertTitleAndTx">
  <p:cSld name="Title and Vertical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18288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Vertical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743200" y="365125"/>
            <a:ext cx="5486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0.xml><?xml version="1.0" encoding="utf-8"?>
<p:sldLayout xmlns:p="http://schemas.openxmlformats.org/presentationml/2006/main" type="vertTx">
  <p:cSld name="Vertical Title and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5125" y="365125"/>
            <a:ext cx="914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1.xml><?xml version="1.0" encoding="utf-8"?>
<p:sldLayout xmlns:p="http://schemas.openxmlformats.org/presentationml/2006/main" type="twoObj">
  <p:cSld name="Two Content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Caption Placeholder 4"/>
          <p:cNvSpPr>
            <a:spLocks xmlns:a="http://schemas.openxmlformats.org/drawingml/2006/main" noGrp="1"/>
          </p:cNvSpPr>
          <p:nvPr>
            <p:ph type="obj" idx="3"/>
          </p:nvPr>
        </p:nvSpPr>
        <p:spPr>
          <a:xfrm xmlns:a="http://schemas.openxmlformats.org/drawingml/2006/main">
            <a:off x="685800" y="6200000"/>
            <a:ext cx="7090000" cy="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DeterministicId1" /><Relationship Type="http://schemas.openxmlformats.org/officeDocument/2006/relationships/slideLayout" Target="/ppt/slideLayouts/slideLayout10.xml" Id="DeterministicId2" /><Relationship Type="http://schemas.openxmlformats.org/officeDocument/2006/relationships/slideLayout" Target="/ppt/slideLayouts/slideLayout11.xml" Id="DeterministicId3" /><Relationship Type="http://schemas.openxmlformats.org/officeDocument/2006/relationships/slideLayout" Target="/ppt/slideLayouts/slideLayout2.xml" Id="DeterministicId4" /><Relationship Type="http://schemas.openxmlformats.org/officeDocument/2006/relationships/slideLayout" Target="/ppt/slideLayouts/slideLayout3.xml" Id="DeterministicId5" /><Relationship Type="http://schemas.openxmlformats.org/officeDocument/2006/relationships/slideLayout" Target="/ppt/slideLayouts/slideLayout4.xml" Id="DeterministicId6" /><Relationship Type="http://schemas.openxmlformats.org/officeDocument/2006/relationships/slideLayout" Target="/ppt/slideLayouts/slideLayout5.xml" Id="DeterministicId7" /><Relationship Type="http://schemas.openxmlformats.org/officeDocument/2006/relationships/slideLayout" Target="/ppt/slideLayouts/slideLayout6.xml" Id="DeterministicId8" /><Relationship Type="http://schemas.openxmlformats.org/officeDocument/2006/relationships/slideLayout" Target="/ppt/slideLayouts/slideLayout7.xml" Id="DeterministicId9" /><Relationship Type="http://schemas.openxmlformats.org/officeDocument/2006/relationships/slideLayout" Target="/ppt/slideLayouts/slideLayout8.xml" Id="DeterministicId10" /><Relationship Type="http://schemas.openxmlformats.org/officeDocument/2006/relationships/slideLayout" Target="/ppt/slideLayouts/slideLayout9.xml" Id="DeterministicId11" /><Relationship Type="http://schemas.openxmlformats.org/officeDocument/2006/relationships/theme" Target="/ppt/theme/theme1.xml" Id="DeterministicId1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DeterministicId1"/>
    <p:sldLayoutId xmlns:r="http://schemas.openxmlformats.org/officeDocument/2006/relationships" id="2147483650" r:id="DeterministicId4"/>
    <p:sldLayoutId xmlns:r="http://schemas.openxmlformats.org/officeDocument/2006/relationships" id="2147483651" r:id="DeterministicId5"/>
    <p:sldLayoutId xmlns:r="http://schemas.openxmlformats.org/officeDocument/2006/relationships" id="2147483652" r:id="DeterministicId6"/>
    <p:sldLayoutId xmlns:r="http://schemas.openxmlformats.org/officeDocument/2006/relationships" id="2147483653" r:id="DeterministicId7"/>
    <p:sldLayoutId xmlns:r="http://schemas.openxmlformats.org/officeDocument/2006/relationships" id="2147483654" r:id="DeterministicId8"/>
    <p:sldLayoutId xmlns:r="http://schemas.openxmlformats.org/officeDocument/2006/relationships" id="2147483655" r:id="DeterministicId9"/>
    <p:sldLayoutId xmlns:r="http://schemas.openxmlformats.org/officeDocument/2006/relationships" id="2147483656" r:id="DeterministicId10"/>
    <p:sldLayoutId xmlns:r="http://schemas.openxmlformats.org/officeDocument/2006/relationships" id="2147483657" r:id="DeterministicId11"/>
    <p:sldLayoutId xmlns:r="http://schemas.openxmlformats.org/officeDocument/2006/relationships" id="2147483658" r:id="DeterministicId2"/>
    <p:sldLayoutId xmlns:r="http://schemas.openxmlformats.org/officeDocument/2006/relationships" id="2147483659" r:id="DeterministicId3"/>
  </p:sldLayoutIdLst>
  <p:txStyles>
    <p:titleStyle/>
    <p:bodyStyle/>
    <p:otherStyle/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DeterministicId1" /><Relationship Type="http://schemas.openxmlformats.org/officeDocument/2006/relationships/slideLayout" Target="/ppt/slideLayouts/slideLayout1.xml" Id="DeterministicI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DeterministicId1" /></Relationships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Hello World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Second slide</a:t>
            </a:r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ap:Properties xmlns:ap="http://schemas.openxmlformats.org/officeDocument/2006/extended-properties">
  <ap:TotalTime>0</ap:TotalTime>
  <ap:HiddenSlides>0</ap:HiddenSlides>
  <ap:Notes>1</ap:Notes>
  <ap:Slides>2</ap:Slides>
  <ap:PresentationFormat>Widescreen</ap:PresentationFormat>
  <ap:Application>Microsoft Office PowerPoint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The Title</dc:title>
</coreProperties>
</file>