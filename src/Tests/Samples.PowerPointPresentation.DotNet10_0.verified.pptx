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DeterministicId1" /><Relationship Type="http://schemas.openxmlformats.org/officeDocument/2006/relationships/officeDocument" Target="ppt/presentation.xml" Id="DeterministicId2" /><Relationship Type="http://schemas.openxmlformats.org/package/2006/relationships/metadata/core-properties" Target="docProps/core.xml" Id="DeterministicId3" /><Relationship Type="http://schemas.openxmlformats.org/package/2006/relationships/metadata/thumbnail" Target="docProps/thumbnail.jpeg" Id="DeterministicId4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DeterministicId5"/>
  </p:sldMasterIdLst>
  <p:notesMasterIdLst>
    <p:notesMasterId xmlns:r="http://schemas.openxmlformats.org/officeDocument/2006/relationships" r:id="DeterministicId1"/>
  </p:notesMasterIdLst>
  <p:sldIdLst>
    <p:sldId xmlns:r="http://schemas.openxmlformats.org/officeDocument/2006/relationships" id="256" r:id="DeterministicId3"/>
    <p:sldId xmlns:r="http://schemas.openxmlformats.org/officeDocument/2006/relationships" id="257" r:id="DeterministicId4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notesMasters/notesMaster1.xml" Id="DeterministicId1" /><Relationship Type="http://schemas.openxmlformats.org/officeDocument/2006/relationships/presProps" Target="presProps.xml" Id="DeterministicId2" /><Relationship Type="http://schemas.openxmlformats.org/officeDocument/2006/relationships/slide" Target="slides/slide2.xml" Id="DeterministicId3" /><Relationship Type="http://schemas.openxmlformats.org/officeDocument/2006/relationships/slide" Target="slides/slide3.xml" Id="DeterministicId4" /><Relationship Type="http://schemas.openxmlformats.org/officeDocument/2006/relationships/slideMaster" Target="slideMasters/slideMaster1.xml" Id="DeterministicId5" /><Relationship Type="http://schemas.openxmlformats.org/officeDocument/2006/relationships/tableStyles" Target="tableStyles.xml" Id="DeterministicId6" /><Relationship Type="http://schemas.openxmlformats.org/officeDocument/2006/relationships/theme" Target="theme/theme1.xml" Id="DeterministicId7" /><Relationship Type="http://schemas.openxmlformats.org/officeDocument/2006/relationships/viewProps" Target="viewProps.xml" Id="DeterministicI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theme/theme2.xml" Id="DeterministicId1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DeterministicId1" /><Relationship Type="http://schemas.openxmlformats.org/officeDocument/2006/relationships/slide" Target="/ppt/slides/slide2.xml" Id="DeterministicId2" /></Relationships>
</file>

<file path=ppt/notesSlides/notesSlide1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notes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slideLayout" Target="/ppt/slideLayouts/slideLayout10.xml" Id="DeterministicId2" /><Relationship Type="http://schemas.openxmlformats.org/officeDocument/2006/relationships/slideLayout" Target="/ppt/slideLayouts/slideLayout11.xml" Id="DeterministicId3" /><Relationship Type="http://schemas.openxmlformats.org/officeDocument/2006/relationships/slideLayout" Target="/ppt/slideLayouts/slideLayout2.xml" Id="DeterministicId4" /><Relationship Type="http://schemas.openxmlformats.org/officeDocument/2006/relationships/slideLayout" Target="/ppt/slideLayouts/slideLayout3.xml" Id="DeterministicId5" /><Relationship Type="http://schemas.openxmlformats.org/officeDocument/2006/relationships/slideLayout" Target="/ppt/slideLayouts/slideLayout4.xml" Id="DeterministicId6" /><Relationship Type="http://schemas.openxmlformats.org/officeDocument/2006/relationships/slideLayout" Target="/ppt/slideLayouts/slideLayout5.xml" Id="DeterministicId7" /><Relationship Type="http://schemas.openxmlformats.org/officeDocument/2006/relationships/slideLayout" Target="/ppt/slideLayouts/slideLayout6.xml" Id="DeterministicId8" /><Relationship Type="http://schemas.openxmlformats.org/officeDocument/2006/relationships/slideLayout" Target="/ppt/slideLayouts/slideLayout7.xml" Id="DeterministicId9" /><Relationship Type="http://schemas.openxmlformats.org/officeDocument/2006/relationships/slideLayout" Target="/ppt/slideLayouts/slideLayout8.xml" Id="DeterministicId10" /><Relationship Type="http://schemas.openxmlformats.org/officeDocument/2006/relationships/slideLayout" Target="/ppt/slideLayouts/slideLayout9.xml" Id="DeterministicId11" /><Relationship Type="http://schemas.openxmlformats.org/officeDocument/2006/relationships/theme" Target="/ppt/theme/theme1.xml" Id="Deterministic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  <p:sldLayoutId xmlns:r="http://schemas.openxmlformats.org/officeDocument/2006/relationships" id="2147483650" r:id="DeterministicId4"/>
    <p:sldLayoutId xmlns:r="http://schemas.openxmlformats.org/officeDocument/2006/relationships" id="2147483651" r:id="DeterministicId5"/>
    <p:sldLayoutId xmlns:r="http://schemas.openxmlformats.org/officeDocument/2006/relationships" id="2147483652" r:id="DeterministicId6"/>
    <p:sldLayoutId xmlns:r="http://schemas.openxmlformats.org/officeDocument/2006/relationships" id="2147483653" r:id="DeterministicId7"/>
    <p:sldLayoutId xmlns:r="http://schemas.openxmlformats.org/officeDocument/2006/relationships" id="2147483654" r:id="DeterministicId8"/>
    <p:sldLayoutId xmlns:r="http://schemas.openxmlformats.org/officeDocument/2006/relationships" id="2147483655" r:id="DeterministicId9"/>
    <p:sldLayoutId xmlns:r="http://schemas.openxmlformats.org/officeDocument/2006/relationships" id="2147483656" r:id="DeterministicId10"/>
    <p:sldLayoutId xmlns:r="http://schemas.openxmlformats.org/officeDocument/2006/relationships" id="2147483657" r:id="DeterministicId11"/>
    <p:sldLayoutId xmlns:r="http://schemas.openxmlformats.org/officeDocument/2006/relationships" id="2147483658" r:id="DeterministicId2"/>
    <p:sldLayoutId xmlns:r="http://schemas.openxmlformats.org/officeDocument/2006/relationships" id="2147483659" r:id="DeterministicId3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DeterministicId1" /><Relationship Type="http://schemas.openxmlformats.org/officeDocument/2006/relationships/slideLayout" Target="/ppt/slideLayouts/slideLayout1.xml" Id="Deterministic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 World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slide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1</ap:Notes>
  <ap:Slides>2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The Title</dc:title>
</coreProperties>
</file>